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45720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18872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2011680"/>
            <a:ext cx="4754880" cy="47548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-2834640"/>
            <a:ext cx="6400800" cy="64008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32004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40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035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6766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 Fibra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Gestão de chamadas de serviço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provedores de internet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66928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+ mobile · dois perfis: técnico e supervisor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074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Kauan Silva Schiavon  ·  Leonardo Hideki Gen Sato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Pedro Henrique Tardivo Rodrigues  ·  Guilherme Fiuza R. P. de Carvalho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UTFPR – Campo Mourão · Bacharelado em Ciência da Computação · Interação Humano-Computador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212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7048" y="22128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Coordenação por planilha + WhatsApp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281635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uma fonte única e confiável de informação do dia.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19088" y="1920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39128" y="2212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3912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79208" y="22128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Deslocamento à toa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9128" y="281635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Técnicos vão ao local e o dado estava errado ou incompleto.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" y="4361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27048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Supervisor sem visibilidade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496519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 status o tempo todo pelo WhatsApp para saber onde está cada um.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19088" y="40690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39128" y="4361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79208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Memória e rota desorganizada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9128" y="496519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Depender de lembrar a ordem e os endereços dos atendimentos.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motivou o projeto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13816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respondentes (2 questionários)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02736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técnicos de campo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91656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33688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2288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80576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supervisores usam computador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Principais dores levantadas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393192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fonte única e confiável de informação</a:t>
            </a:r>
            <a:endParaRPr lang="en-US" sz="16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visibilidade da operação para o supervisor</a:t>
            </a:r>
            <a:endParaRPr lang="en-US" sz="16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Dependência da memória e ausência de rota — o item pior avaliado</a:t>
            </a:r>
            <a:endParaRPr lang="en-US" sz="16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Supervisores 100% no computador → confirma a versão web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 Fibra: dois perfis, um produto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Técnico · Mobile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organizador confiável do dia de trabalho.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do dia sempre atualizada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 otimizada no mapa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e encerrar o atendimento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109728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40080"/>
            <a:ext cx="2743200" cy="27432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92840" y="196596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E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Supervisor · Web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central de visibilidade da operação.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e distribui os chamados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 status e localização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da operação em tempo real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pontas do mesmo fluxo  ·  3 tipos de chamada: instalação, manutenção e recolhimento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Foco no técnico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9202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Usuário → Objetivo do técnico</a:t>
            </a:r>
            <a:endParaRPr lang="en-US" sz="16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de longo prazo: facilitar o gerenciamento de chamados</a:t>
            </a:r>
            <a:endParaRPr lang="en-US" sz="16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sprint mirou um único alvo — decisão de método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HMWs mais votadas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4526280"/>
            <a:ext cx="1737360" cy="640080"/>
          </a:xfrm>
          <a:prstGeom prst="roundRect">
            <a:avLst>
              <a:gd name="adj" fmla="val 12857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526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em tempo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41448" y="4526280"/>
            <a:ext cx="1737360" cy="640080"/>
          </a:xfrm>
          <a:prstGeom prst="roundRect">
            <a:avLst>
              <a:gd name="adj" fmla="val 12857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4526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as informações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4526280"/>
            <a:ext cx="1737360" cy="640080"/>
          </a:xfrm>
          <a:prstGeom prst="roundRect">
            <a:avLst>
              <a:gd name="adj" fmla="val 12857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4526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Otimizar rotas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920240"/>
            <a:ext cx="4846320" cy="3108960"/>
          </a:xfrm>
          <a:prstGeom prst="roundRect">
            <a:avLst>
              <a:gd name="adj" fmla="val 264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00" y="164592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118872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0" y="64008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84280" y="205740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E3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DO SPRINT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7432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Visualizar os chamados pendentes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86600" y="3931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momento em que o técnico precisa, de forma clara e confiável, de todas as informações do dia.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PROTÓTIPO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login à conclusão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4553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55848" y="20116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Chamados do dia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3445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44768" y="20116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Rota no mapa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2337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33688" y="20116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33688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Encerrar / Reagendar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do técnico (mobile) — foco do sprint em destaque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8404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0F7FB"/>
          </a:solidFill>
          <a:ln w="12700">
            <a:solidFill>
              <a:srgbClr val="D6E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14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Supervisor (web): o painel da operação cria e distribui os chamados — a origem do fluxo.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chamado criado pelo supervisor aparece na lista de pendentes do técnico → fecha o loop. Telas de alta fidelidade no Figma.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DE USABILIDADE + 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vamos avaliar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Teste por tarefas + Think-Aloud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participante executa tarefas reais pensando em voz alta; medimos sucesso, erros e tempo.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Experiência (UX)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UEQ-S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Questionário de experiência (8 itens) que mede qualidade pragmática e hedônica.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Participantes: 5 anônimos (P1–P5), familiaridade digital variada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891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389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 Login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07208" y="43891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4389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 Chamados pendentes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47488" y="43891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4389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T3 Buscar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87768" y="43891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7768" y="4389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T4 Rota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8048" y="43891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4389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T5 Encerrar/Reagendar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Defeitos encontrados (3 a 5)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preencher após executar o teste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Defeito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0175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Descrição do problema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Heurística de Nielsen violada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Severidade (0–4)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 em que travaram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219456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Defeito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3712" y="30175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Descrição do problema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Heurística de Nielsen violada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Severidade (0–4)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 em que travaram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1856" y="219456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Defeito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6176" y="30175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Descrição do problema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Heurística de Nielsen violada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Severidade (0–4)
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5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 em que travaram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12648"/>
            <a:ext cx="100584" cy="1005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Melhorias no protótipo + UX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Antes → Depois (por defeito)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7432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4028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[screenshot]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240280"/>
            <a:ext cx="457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931920" y="2240280"/>
            <a:ext cx="27432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24028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[correção]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2240280"/>
            <a:ext cx="4572000" cy="2377440"/>
          </a:xfrm>
          <a:prstGeom prst="roundRect">
            <a:avLst>
              <a:gd name="adj" fmla="val 346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14300" dist="25400" dir="5400000">
              <a:srgbClr val="0B122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DE3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de UX — UEQ-S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971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Qualidade pragmática:  __
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Qualidade hedônica:  __
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Geral:  __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Interpretação: &gt; 0,8 positiva · entre -0,8 e 0,8 neutra · &lt; -0,8 negativa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preencher com os dados do teste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6437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Fibra · IHC — UTFPR    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566928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4114800"/>
            <a:ext cx="4754880" cy="47548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4652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-45720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-118872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-2011680"/>
            <a:ext cx="4754880" cy="47548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-2834640"/>
            <a:ext cx="6400800" cy="64008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67160" y="32004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554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seguir: demonstração da landing page, do vídeo e do protótipo final.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94560" y="3840480"/>
            <a:ext cx="7772400" cy="1554480"/>
          </a:xfrm>
          <a:prstGeom prst="roundRect">
            <a:avLst>
              <a:gd name="adj" fmla="val 5294"/>
            </a:avLst>
          </a:prstGeom>
          <a:solidFill>
            <a:srgbClr val="13234A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402336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DE3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
</a:t>
            </a:r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pedroh-tardivo.github.io/track-fibra
</a:t>
            </a:r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DE3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Protótipo (Figma)
</a:t>
            </a:r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figma.com/design/WlkwUAUbbs0dsNf184dEUv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de IHC — UTFPR Campo Mourão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2026-06-19T03:19:07Z</dcterms:created>
  <dcterms:modified xsi:type="dcterms:W3CDTF">2026-06-19T03:19:07Z</dcterms:modified>
</cp:coreProperties>
</file>